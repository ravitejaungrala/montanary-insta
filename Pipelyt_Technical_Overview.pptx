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74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2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PIPELYT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41832" y="3127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Overview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41832" y="3886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platform for social media — how it works, what the agents do, how it is built, and how the code is organized.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 ·   Google Gemini 2.5 Flash   ·   React   ·   PostgreSQL   ·   AWS Lambda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Pipelyt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Pipelyt takes a single-sentence campaign brief and turns it into platform-tailored content and AI-generated visuals — then publishes, schedules, monitors and replies to engagement automatically.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defining idea: the system is agentic. The work is not done by one large prompt, but by a pipeline of specialized AI agents — each with one narrow job — where the output of one agent becomes the input of the next.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60920" y="1783080"/>
            <a:ext cx="4160520" cy="4160520"/>
          </a:xfrm>
          <a:prstGeom prst="roundRect">
            <a:avLst>
              <a:gd name="adj" fmla="val 3077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2402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00" dirty="0"/>
          </a:p>
        </p:txBody>
      </p:sp>
      <p:sp>
        <p:nvSpPr>
          <p:cNvPr id="7" name="Text 5"/>
          <p:cNvSpPr/>
          <p:nvPr/>
        </p:nvSpPr>
        <p:spPr>
          <a:xfrm>
            <a:off x="7360920" y="33101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BRIEF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60920" y="37033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00" dirty="0"/>
          </a:p>
        </p:txBody>
      </p:sp>
      <p:sp>
        <p:nvSpPr>
          <p:cNvPr id="9" name="Text 7"/>
          <p:cNvSpPr/>
          <p:nvPr/>
        </p:nvSpPr>
        <p:spPr>
          <a:xfrm>
            <a:off x="7543800" y="47731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OUT — LINKEDIN · X · FACEBOOK · INSTAGRAM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One AI Prompt?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prompt that tries to do everything at once fails in predictable ways: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6F6F6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facts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numbers and claims that were never true.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6F6F6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off-brand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6008" y="2724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tone, wrong voice, wrong colours.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74736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6F6F6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copy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03336" y="2724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identically on every channel — nothing native.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10908792" cy="1783080"/>
          </a:xfrm>
          <a:prstGeom prst="roundRect">
            <a:avLst>
              <a:gd name="adj" fmla="val 6154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498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PIPELYT ANSWER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828032"/>
            <a:ext cx="10287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work the way a real content team is structured — strategist, researcher, copywriter, designer, editor — and give each role to a dedicated agent. A narrow job is far easier for a model to do reliably, and every step can be inspected, tested and improved on its own.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monorepo, three applications. The agentic engine lives entirely in the backend; the frontends consume it over a normal HTTP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520440" cy="10972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Python. Hosts every agent, the database layer and all integrations. Runs on AWS Lambda in production.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2148840"/>
            <a:ext cx="352044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395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dashboard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apps/product-page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6008" y="32461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 Where users write briefs, review generated content, schedule posts and read analytics.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4736" y="21488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4736" y="2148840"/>
            <a:ext cx="3520440" cy="1097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2395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03336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apps/landing-page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03336" y="32461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 The marketing site and sign-up / authentication screens.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the codebase:  routers stay thin and only handle HTTP — every integration and all real logic sits behind a service module.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420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Multi-Agent Engine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41832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understand, in order: how a single agent is built, how the agents are wired together, and what each one actually does.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Agent Is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548640"/>
          </a:xfrm>
          <a:prstGeom prst="rect">
            <a:avLst/>
          </a:prstGeom>
          <a:solidFill>
            <a:srgbClr val="F6F6F6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 =  role  +  structured input/output contract  +  one model call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7860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1576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31012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a carefully written prompt — a role definition plus a strict input / output contract.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82112" y="2514600"/>
            <a:ext cx="292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38144" y="2514600"/>
            <a:ext cx="257860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71576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15384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_call_agent()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39312" y="331012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helper sends that prompt to the model and parses the reply.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0176" y="2514600"/>
            <a:ext cx="292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36208" y="2514600"/>
            <a:ext cx="257860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71576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37376" y="331012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a JSON response for that single, narrow task.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2514600"/>
            <a:ext cx="292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034272" y="2514600"/>
            <a:ext cx="257860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271576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11512" y="2715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dict out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35440" y="331012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Python dictionary — the exact input for the next agent.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029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no global state. Each receives exactly the structured output of the stage before it — which makes the pipeline easy to debug and lets every agent be tested on its own.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Agents Are Wired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orchestrator runs the agents in a fixed sequence, passing each result forward: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78608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450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419856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brief becomes a structured strategic brief.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82112" y="22860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38144" y="2286000"/>
            <a:ext cx="2578608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2450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39312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3419856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is sharpened and fact-guarded.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0176" y="22860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236208" y="2286000"/>
            <a:ext cx="2578608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7376" y="2450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37376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419856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copy variants are written.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2860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034272" y="2286000"/>
            <a:ext cx="2578608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2450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354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419856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prompts written, images generated and quality-checked.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45152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28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individually timed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1755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team can see exactly where generation time is spent.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99632" y="4645152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4828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28232" y="51755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video and document posts skip the visual stages — saving ~1 minute of image generation.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 — the Makers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665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7904" y="20482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Refiner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17904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72491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the raw one-line brief into a structured strategic brief — audience, goal, tone and angle made explicit, so no later agent has to guess.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20665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0482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23176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GUARD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83096" y="272491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the strategy into three testable angles and builds a do-not-claim list of facts the writer must never invent. The anti-hallucination guardrail.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41239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17904" y="41056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Copywriter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17904" y="4416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478231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company, then writes three copy variants per platform — long-form for LinkedIn, punchy for X, conversational for Facebook, hashtag-led for Instagram.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38862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4808" y="41239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23176" y="41056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23176" y="4416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83096" y="478231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post image — writes the AI image-generation prompt and the on-image overlay copy, anchored to the brand's real colours and logo.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1 – 4 build the campaign.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 — the Checkers &amp; Planner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665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7904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Critic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17904" y="2359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724912"/>
            <a:ext cx="3044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every raw AI-generated image for quality before any overlay. A failed audit triggers automatic regeneration.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8288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20665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Critic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85232" y="2359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5152" y="2724912"/>
            <a:ext cx="3044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finished payload — copy and visuals together — for growth fitness. A final editorial pass.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74736" y="18288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066544"/>
            <a:ext cx="512064" cy="512064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52560" y="2359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0" y="2724912"/>
            <a:ext cx="3044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one brief into a multi-day, multi-platform content calendar — a whole week of posts from a single idea.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908792" cy="155448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6451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BY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93776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Critic forms a feedback loop with the image generator — a poor image is regenerated, not shipped. Quality is enforced by an agent, not by a person reviewing every output. This is what lets Pipelyt run with little human supervision.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DNA — Shared Brand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a pipeline of agents would still produce generic work. Business DNA is the context layer that keeps every output on-brand.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6F6F6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3288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5328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the 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business_dna_service crawls the user's website with Jina AI Reader + Microlink.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42232" y="2331720"/>
            <a:ext cx="292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07408" y="23317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6F6F6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253288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84648" y="25328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DNA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26864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brand colours, keywords, tone of voice, mission and target audience.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09560" y="2331720"/>
            <a:ext cx="292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74736" y="23317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6F6F6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53288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51976" y="25328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every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_build_user_context() injects that profile into Refiner, Researcher, Copywriter and Visualist alike.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908792" cy="1325880"/>
          </a:xfrm>
          <a:prstGeom prst="roundRect">
            <a:avLst>
              <a:gd name="adj" fmla="val 8276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773168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generated posts sound like the brand and generated images use the brand's real colours and logo — without the user specifying any of it each time.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create content; the surrounding services make it a complete product.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91440" cy="169164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scheduling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956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 every network; posts text, image, video and PDF carousels. An EventBridge heartbeat auto-publishes due posts every minute, in the user's timezone.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45352" y="21488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2148840"/>
            <a:ext cx="91440" cy="169164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19672" y="2697480"/>
            <a:ext cx="4956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metric syncs feed dashboards for followers, engagement, reach and per-platform performance.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69080"/>
            <a:ext cx="91440" cy="169164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intelligence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4956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comments, scores sentiment with a Semantic Score, and drafts on-brand replies — sent in bulk or one at a time.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45352" y="40690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4069080"/>
            <a:ext cx="91440" cy="169164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19672" y="4617720"/>
            <a:ext cx="4956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with a separate Business DNA per brand, role-based permissions and per-member content scoping for agencies.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Is Organized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apps/backend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94760" y="17830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— hosts the entire agentic engine. Deploys to AWS Lambda.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10908792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414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apps/product-page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24414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authenticated React 18 dashboard.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9981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apps/landing-page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30998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and authentication (React 19).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10908792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581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backend/services/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375818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concern — ai_service (the agents), business_dna_service, social_service.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165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backend/routers/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94760" y="44165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HTTP endpoints grouped by area — auth, content, analytics, payment, profile.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908792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49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backend/models.py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94760" y="50749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schema — users, accounts, posts, drafts, scheduled posts, analytics.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Conventions:  new integrations go behind a service module — routers never call third-party APIs directly;  schema changes ship with a self-repairing migration.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Deployed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93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5117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container image on AWS Lambda via the Mangum adapter.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245352" y="1874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2093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55117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Lambda, triggered by EventBridge every minute, fires due scheduled posts.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56285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React apps build with Vite and deploy through AWS Amplify.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245352" y="38862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41056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456285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for content &amp; images, S3 for storage, Stripe for payments, the networks' OAuth APIs.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877824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Agentic Design Pays Off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do-not-claim list and two Critic agents catch invented facts and weak output before a user sees them.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914400" y="2496312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496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4963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DNA is injected into every agent — staying on-brand is the default, not a correction.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4400" y="3209544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09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320954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small, single-purpose function with a clear contract — improve one without touching the rest.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914400" y="3922776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922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39227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timing and stage-skipping for non-image posts keep generation fast where it can be.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914400" y="4636008"/>
            <a:ext cx="457200" cy="4572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636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46360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roles can be added as new agents without rewriting what already works.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Pipelyt turns one sentence into a finished, on-brand, multi-platform campaign by running it through a team of AI specialists — each doing one job well, each checking the work that came before.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Pipelyt — Technical Project Overview</dc:title>
  <dc:subject>PptxGenJS Presentation</dc:subject>
  <dc:creator>Pipelyt</dc:creator>
  <cp:lastModifiedBy>Pipelyt</cp:lastModifiedBy>
  <cp:revision>1</cp:revision>
  <dcterms:created xsi:type="dcterms:W3CDTF">2026-05-20T14:22:49Z</dcterms:created>
  <dcterms:modified xsi:type="dcterms:W3CDTF">2026-05-20T14:22:49Z</dcterms:modified>
</cp:coreProperties>
</file>